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31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9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06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65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46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46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2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46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34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58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09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EE1BE-0591-4911-BC89-D3A25B811AC1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5D083-7DD4-493D-A647-482F4341EE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1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4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7420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4564" y="246184"/>
            <a:ext cx="10515600" cy="1325563"/>
          </a:xfrm>
        </p:spPr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6400" y="1384525"/>
            <a:ext cx="10515600" cy="4351338"/>
          </a:xfrm>
        </p:spPr>
        <p:txBody>
          <a:bodyPr/>
          <a:lstStyle/>
          <a:p>
            <a:pPr algn="ctr"/>
            <a:r>
              <a:rPr lang="ru-RU" dirty="0" smtClean="0"/>
              <a:t>Создать удобную систему хранения </a:t>
            </a:r>
          </a:p>
          <a:p>
            <a:pPr algn="ctr"/>
            <a:r>
              <a:rPr lang="ru-RU" dirty="0" smtClean="0"/>
              <a:t>песен и </a:t>
            </a:r>
            <a:r>
              <a:rPr lang="ru-RU" dirty="0" err="1" smtClean="0"/>
              <a:t>акордов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162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30757" y="250031"/>
            <a:ext cx="10515600" cy="1325563"/>
          </a:xfrm>
        </p:spPr>
        <p:txBody>
          <a:bodyPr/>
          <a:lstStyle/>
          <a:p>
            <a:r>
              <a:rPr lang="ru-RU" dirty="0" smtClean="0"/>
              <a:t>Почему актуально?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30757" y="1575594"/>
            <a:ext cx="10515600" cy="4351338"/>
          </a:xfrm>
        </p:spPr>
        <p:txBody>
          <a:bodyPr/>
          <a:lstStyle/>
          <a:p>
            <a:r>
              <a:rPr lang="ru-RU" dirty="0" smtClean="0"/>
              <a:t>Сложно искать табулатуры</a:t>
            </a:r>
          </a:p>
          <a:p>
            <a:r>
              <a:rPr lang="ru-RU" dirty="0" smtClean="0"/>
              <a:t>Разные сайты</a:t>
            </a:r>
          </a:p>
          <a:p>
            <a:r>
              <a:rPr lang="ru-RU" dirty="0" smtClean="0"/>
              <a:t>Нет одного места хранения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101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8" y="2774762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7" y="0"/>
            <a:ext cx="10515600" cy="1325563"/>
          </a:xfrm>
        </p:spPr>
        <p:txBody>
          <a:bodyPr/>
          <a:lstStyle/>
          <a:p>
            <a:r>
              <a:rPr lang="ru-RU" dirty="0" smtClean="0"/>
              <a:t>Сайт-библиотека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песен с: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86416"/>
            <a:ext cx="10515600" cy="4351338"/>
          </a:xfrm>
        </p:spPr>
        <p:txBody>
          <a:bodyPr/>
          <a:lstStyle/>
          <a:p>
            <a:r>
              <a:rPr lang="ru-RU" dirty="0" smtClean="0"/>
              <a:t>Аккордами</a:t>
            </a:r>
          </a:p>
          <a:p>
            <a:r>
              <a:rPr lang="ru-RU" dirty="0" smtClean="0"/>
              <a:t>Текстами</a:t>
            </a:r>
          </a:p>
          <a:p>
            <a:r>
              <a:rPr lang="ru-RU" dirty="0" smtClean="0"/>
              <a:t>Обложками</a:t>
            </a:r>
          </a:p>
          <a:p>
            <a:r>
              <a:rPr lang="ru-RU" dirty="0" smtClean="0"/>
              <a:t>Избранным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5739"/>
            <a:ext cx="6443150" cy="23522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533" y="2457578"/>
            <a:ext cx="7478169" cy="20481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50" y="4505739"/>
            <a:ext cx="3176558" cy="235226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135" y="0"/>
            <a:ext cx="7619865" cy="24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1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32742"/>
            <a:ext cx="10515600" cy="1325563"/>
          </a:xfrm>
        </p:spPr>
        <p:txBody>
          <a:bodyPr/>
          <a:lstStyle/>
          <a:p>
            <a:r>
              <a:rPr lang="ru-RU" dirty="0" smtClean="0"/>
              <a:t>Функционал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535" y="1598518"/>
            <a:ext cx="10515600" cy="4351338"/>
          </a:xfrm>
        </p:spPr>
        <p:txBody>
          <a:bodyPr/>
          <a:lstStyle/>
          <a:p>
            <a:r>
              <a:rPr lang="ru-RU" dirty="0" smtClean="0"/>
              <a:t>Добавление песен</a:t>
            </a:r>
          </a:p>
          <a:p>
            <a:r>
              <a:rPr lang="ru-RU" dirty="0" smtClean="0"/>
              <a:t>Регистрация</a:t>
            </a:r>
          </a:p>
          <a:p>
            <a:r>
              <a:rPr lang="ru-RU" dirty="0" smtClean="0"/>
              <a:t>Личный кабинет</a:t>
            </a:r>
          </a:p>
          <a:p>
            <a:r>
              <a:rPr lang="ru-RU" dirty="0" smtClean="0"/>
              <a:t>Избранное</a:t>
            </a:r>
          </a:p>
          <a:p>
            <a:r>
              <a:rPr lang="ru-RU" dirty="0" smtClean="0"/>
              <a:t>Редактирования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989" y="430040"/>
            <a:ext cx="8805011" cy="61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2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5113" y="250031"/>
            <a:ext cx="10515600" cy="1325563"/>
          </a:xfrm>
        </p:spPr>
        <p:txBody>
          <a:bodyPr/>
          <a:lstStyle/>
          <a:p>
            <a:r>
              <a:rPr lang="ru-RU" dirty="0" smtClean="0"/>
              <a:t>На чем держится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5113" y="1575594"/>
            <a:ext cx="10515600" cy="4351338"/>
          </a:xfrm>
        </p:spPr>
        <p:txBody>
          <a:bodyPr/>
          <a:lstStyle/>
          <a:p>
            <a:r>
              <a:rPr lang="en-US" dirty="0" smtClean="0"/>
              <a:t>Python</a:t>
            </a:r>
          </a:p>
          <a:p>
            <a:r>
              <a:rPr lang="en-US" dirty="0" err="1" smtClean="0"/>
              <a:t>FastAPI</a:t>
            </a:r>
            <a:endParaRPr lang="en-US" dirty="0" smtClean="0"/>
          </a:p>
          <a:p>
            <a:r>
              <a:rPr lang="en-US" dirty="0" smtClean="0"/>
              <a:t>SQLite</a:t>
            </a:r>
          </a:p>
          <a:p>
            <a:r>
              <a:rPr lang="en-US" dirty="0" smtClean="0"/>
              <a:t>HTML</a:t>
            </a:r>
          </a:p>
          <a:p>
            <a:r>
              <a:rPr lang="en-US" dirty="0" smtClean="0"/>
              <a:t>CSS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236" y="0"/>
            <a:ext cx="3927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71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42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Цель проекта</vt:lpstr>
      <vt:lpstr>Почему актуально?</vt:lpstr>
      <vt:lpstr>Сайт-библиотека  песен с:</vt:lpstr>
      <vt:lpstr>Функционал</vt:lpstr>
      <vt:lpstr>На чем держится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FretWise</dc:title>
  <dc:creator>MIX PC</dc:creator>
  <cp:lastModifiedBy>MIX PC</cp:lastModifiedBy>
  <cp:revision>5</cp:revision>
  <dcterms:created xsi:type="dcterms:W3CDTF">2026-06-18T09:43:37Z</dcterms:created>
  <dcterms:modified xsi:type="dcterms:W3CDTF">2026-06-18T10:26:05Z</dcterms:modified>
</cp:coreProperties>
</file>